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DocMaster Pro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Ürün Tanıtımı — Ekim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Öne Çıkan Özellikler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Tek tıkla tarama ve PDF'e kaydetme</a:t>
            </a:r>
          </a:p>
          <a:p>
            <a:pPr lvl="1"/>
            <a:r>
              <a:t>Küçük dosya boyutu, yüksek okunabilirlik</a:t>
            </a:r>
          </a:p>
          <a:p>
            <a:pPr lvl="1"/>
            <a:r>
              <a:t>Acrobat tarzı PDF görüntüleyici</a:t>
            </a:r>
          </a:p>
          <a:p>
            <a:pPr lvl="1"/>
            <a:r>
              <a:t>Türkçe karakter desteği: ığüşöç İĞÜŞÖÇ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Karşılaştırma Tablosu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2743200" cy="13716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502920">
                <a:tc>
                  <a:txBody>
                    <a:bodyPr/>
                    <a:lstStyle/>
                    <a:p>
                      <a:r>
                        <a:t>Özellik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Önce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Sonra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300 DPI sayfa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0,7 MB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İlk tarama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Çalışıyor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Yazdırma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 DPI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 DPI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931920"/>
            <a:ext cx="8046720" cy="1097280"/>
          </a:xfrm>
          <a:prstGeom prst="rect">
            <a:avLst/>
          </a:prstGeom>
          <a:solidFill>
            <a:srgbClr val="DBEA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1E3A8A"/>
                </a:solidFill>
              </a:defRPr>
            </a:pPr>
            <a:r>
              <a:t>Not: Bu kutu, dolgu rengi ve metin hizalamasını sınamak içindir.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